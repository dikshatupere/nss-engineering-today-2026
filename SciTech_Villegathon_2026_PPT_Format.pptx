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6D77"/>
                </a:solidFill>
                <a:latin typeface="Aptos"/>
              </a:rPr>
              <a:t>AISSMS COLLEGE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C22A30"/>
                </a:solidFill>
                <a:latin typeface="Aptos"/>
              </a:rPr>
              <a:t>ENGINEERING TODAY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8775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223D"/>
                </a:solidFill>
                <a:latin typeface="Aptos"/>
              </a:rPr>
              <a:t>IDEA PRESENTATION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977639"/>
            <a:ext cx="66294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4251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6D77"/>
                </a:solidFill>
                <a:latin typeface="Aptos"/>
              </a:rPr>
              <a:t>TEAM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5262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251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6D77"/>
                </a:solidFill>
                <a:latin typeface="Aptos"/>
              </a:rPr>
              <a:t>TEAM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5262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8646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6D77"/>
                </a:solidFill>
                <a:latin typeface="Aptos"/>
              </a:rPr>
              <a:t>CHALLENGE THEME / SV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864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______________________________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3674"/>
                </a:solidFill>
                <a:latin typeface="Aptos"/>
              </a:rPr>
              <a:t>30 SEPTEMBER 2026  •  AISSMS COE, PUNE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1EC50-7A6B-E28C-98DB-38EC8C63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451860" y="114471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23D"/>
                </a:solidFill>
                <a:latin typeface="Aptos"/>
              </a:rPr>
              <a:t>01  IDEA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197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0367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D77"/>
                </a:solidFill>
                <a:latin typeface="Aptos"/>
              </a:rPr>
              <a:t>Proposed Solution / Idea /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4290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313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IDEA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52344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________________________________________
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2313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PROBLEM BEING ADDRESSED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52344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What is the real-world problem?
Who is affected?
Why does it matter?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148840"/>
            <a:ext cx="34290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313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752344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What are you proposing?
What will the prototype demonstrate?
How does it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What makes the proposed approach different from existing methods or solutions?
• _________________________________
• _________________________________
• 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22932-F7BC-97BB-191F-D4F432FE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451860" y="8344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23D"/>
                </a:solidFill>
                <a:latin typeface="Aptos"/>
              </a:rPr>
              <a:t>02  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197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03674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D77"/>
                </a:solidFill>
                <a:latin typeface="Aptos"/>
              </a:rPr>
              <a:t>Technologies, methodology and working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SYSTEM / SOLUTION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23317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58775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PROBLEM /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26664"/>
            <a:ext cx="19293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Define the input
or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AA42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423160"/>
            <a:ext cx="23317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258775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026664"/>
            <a:ext cx="19293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Core mechanism /
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AA42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423160"/>
            <a:ext cx="23317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58775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026664"/>
            <a:ext cx="19293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Hardware / software /
engineering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AA42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423160"/>
            <a:ext cx="23317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258775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026664"/>
            <a:ext cx="19293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Action / result /
measurable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TECHNOLOGIES /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72000"/>
            <a:ext cx="5166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Hardware: __________________________________________
Software / Platform: __________________________________
Algorithms / Methods: _________________________________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60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IMPLEMENTATION 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57200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1. _________________________________________________
2. _________________________________________________
3. _________________________________________________
4. _________________________________________________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5E390-DFEC-7797-770E-E2DAB2CC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351276" y="8344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23D"/>
                </a:solidFill>
                <a:latin typeface="Aptos"/>
              </a:rPr>
              <a:t>03  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197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03674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D77"/>
                </a:solidFill>
                <a:latin typeface="Aptos"/>
              </a:rPr>
              <a:t>Practical implementation, risks and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Why is the solution technically and practically feasible?
_______________________________________________
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20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CHALLENGES &amp;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331720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What could limit implementation?
_______________________________________________
_______________________________________________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86200"/>
            <a:ext cx="3246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050791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489704"/>
            <a:ext cx="28437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Prototype: ₹ __________
Estimated deployment: ₹ 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3886200"/>
            <a:ext cx="3246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4050791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4489704"/>
            <a:ext cx="28437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Can it be adapted for
other communities / locations?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3886200"/>
            <a:ext cx="3246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4050791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RISK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489704"/>
            <a:ext cx="28437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How will key technical or
operational risks be handled?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B87FA-D7FD-2529-BADD-674E2713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343705" y="23031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23D"/>
                </a:solidFill>
                <a:latin typeface="Aptos"/>
              </a:rPr>
              <a:t>04  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197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03674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D77"/>
                </a:solidFill>
                <a:latin typeface="Aptos"/>
              </a:rPr>
              <a:t>Expected social, economic and environmental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TARGET USERS /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D36"/>
                </a:solidFill>
                <a:latin typeface="Aptos"/>
              </a:rPr>
              <a:t>_______________________________________________
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20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EXPECTED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33172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D36"/>
                </a:solidFill>
                <a:latin typeface="Aptos"/>
              </a:rPr>
              <a:t>What measurable improvement will the solution create?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29000"/>
            <a:ext cx="3246120" cy="137160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593592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SOCIAL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32504"/>
            <a:ext cx="28437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Safety • accessibility •
quality of life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3429000"/>
            <a:ext cx="3246120" cy="137160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3593592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ECONOMIC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4032504"/>
            <a:ext cx="28437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Cost • productivity •
income / livelihood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3429000"/>
            <a:ext cx="3246120" cy="1371600"/>
          </a:xfrm>
          <a:prstGeom prst="roundRect">
            <a:avLst/>
          </a:prstGeom>
          <a:solidFill>
            <a:srgbClr val="F6F7F9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3593592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3674"/>
                </a:solidFill>
                <a:latin typeface="Aptos"/>
              </a:rPr>
              <a:t>ENVIRONMENTAL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032504"/>
            <a:ext cx="28437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2D36"/>
                </a:solidFill>
                <a:latin typeface="Aptos"/>
              </a:rPr>
              <a:t>Resource conservation •
reduced environmental burden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D36"/>
                </a:solidFill>
                <a:latin typeface="Aptos"/>
              </a:rPr>
              <a:t>KEY MEASURABLE OUTCOME(S):  ________________________________________________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37AC4-9051-E745-DE43-1F9DA168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451860" y="8344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40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23D"/>
                </a:solidFill>
                <a:latin typeface="Aptos"/>
              </a:rPr>
              <a:t>05  RESEARCH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197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03674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D77"/>
                </a:solidFill>
                <a:latin typeface="Aptos"/>
              </a:rPr>
              <a:t>Evidence used to understand, validate and develop 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RESEARCH /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D36"/>
                </a:solidFill>
                <a:latin typeface="Aptos"/>
              </a:rPr>
              <a:t>Field observations • user interactions • surveys • experiments • datasets • existing solutions •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632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03674"/>
                </a:solidFill>
                <a:latin typeface="Aptos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1. ______________________________________________________________________________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2. ______________________________________________________________________________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1596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3. ______________________________________________________________________________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4573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4. ______________________________________________________________________________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7550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5. ______________________________________________________________________________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692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3674"/>
                </a:solidFill>
                <a:latin typeface="Aptos"/>
              </a:rPr>
              <a:t>PROTOTYPE / DEMO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669280"/>
            <a:ext cx="7498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D36"/>
                </a:solidFill>
                <a:latin typeface="Aptos"/>
              </a:rPr>
              <a:t>QR / Link / Test Result: ________________________________________________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82512"/>
            <a:ext cx="11155680" cy="16459"/>
          </a:xfrm>
          <a:prstGeom prst="rect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03674"/>
                </a:solidFill>
                <a:latin typeface="Aptos"/>
              </a:rPr>
              <a:t>SCITECH VILLEGATHON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473952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96D77"/>
                </a:solidFill>
                <a:latin typeface="Aptos"/>
              </a:rPr>
              <a:t>ENGINEERING TODAY 2026  •  AISSMS COLLEGE OF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03674"/>
                </a:solidFill>
                <a:latin typeface="Aptos"/>
              </a:rPr>
              <a:t>NSS • AISSMS COE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3A7E2-D32E-2386-4A1C-DCA9D216C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0"/>
          <a:stretch>
            <a:fillRect/>
          </a:stretch>
        </p:blipFill>
        <p:spPr>
          <a:xfrm>
            <a:off x="3337560" y="18402"/>
            <a:ext cx="6355080" cy="914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488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Diksha Tupere</cp:lastModifiedBy>
  <cp:revision>149</cp:revision>
  <dcterms:created xsi:type="dcterms:W3CDTF">2013-12-12T18:46:50Z</dcterms:created>
  <dcterms:modified xsi:type="dcterms:W3CDTF">2026-09-22T01:01:14Z</dcterms:modified>
  <cp:category/>
</cp:coreProperties>
</file>